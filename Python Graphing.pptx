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b3d8341b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b3d8341b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b3d8341b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b3d8341b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74c6377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74c6377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b3d8341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b3d8341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b3d8341b9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b3d8341b9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b3d8341b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8b3d8341b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Graphing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LETS GET EXCITED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Python</a:t>
            </a:r>
            <a:endParaRPr/>
          </a:p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Its a programming language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really that good for speed, and a bunch of other things that Henrik cares about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Pretty easy to write code for though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And has LOTS of useful libraries, some of which we will be going over today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Quick Overview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to import stuff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Pip install LIBRARY_NAME_HERE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to store info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Lists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List_Name = []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List.append(‘thing to add’)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For element in List_Name: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Dictionaries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Dict_Name = {}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Dict_Name[‘new_val’] = ‘thing to add’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</a:t>
            </a:r>
            <a:r>
              <a:rPr lang="en"/>
              <a:t>or key, value in user.items():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Libraries</a:t>
            </a:r>
            <a:endParaRPr/>
          </a:p>
        </p:txBody>
      </p:sp>
      <p:sp>
        <p:nvSpPr>
          <p:cNvPr id="85" name="Google Shape;85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440550"/>
            <a:ext cx="8520600" cy="41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Matplotlib.pyplot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Your Graphing Library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Often imported as plt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Pandas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Database management library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Numpy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Numerical analysis stuff library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More fun ones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Seaborn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Better graphing wrapper for matplotlib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Plotly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Interactive graphing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